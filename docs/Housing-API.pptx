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notesSlide" Target="../notesSlides/notesSlide6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3.png"/><Relationship Id="rId14" Type="http://schemas.openxmlformats.org/officeDocument/2006/relationships/image" Target="../media/image12.png"/><Relationship Id="rId13" Type="http://schemas.openxmlformats.org/officeDocument/2006/relationships/image" Target="../media/image11.png"/><Relationship Id="rId12" Type="http://schemas.openxmlformats.org/officeDocument/2006/relationships/image" Target="../media/image10.png"/><Relationship Id="rId11" Type="http://schemas.openxmlformats.org/officeDocument/2006/relationships/tags" Target="../tags/tag10.xml"/><Relationship Id="rId10" Type="http://schemas.openxmlformats.org/officeDocument/2006/relationships/image" Target="../media/image9.png"/><Relationship Id="rId1" Type="http://schemas.openxmlformats.org/officeDocument/2006/relationships/tags" Target="../tags/tag1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4" Type="http://schemas.openxmlformats.org/officeDocument/2006/relationships/notesSlide" Target="../notesSlides/notesSlide7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6.png"/><Relationship Id="rId11" Type="http://schemas.openxmlformats.org/officeDocument/2006/relationships/image" Target="../media/image15.png"/><Relationship Id="rId10" Type="http://schemas.openxmlformats.org/officeDocument/2006/relationships/image" Target="../media/image14.png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411798"/>
            <a:ext cx="5043488" cy="2400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algn="l" fontAlgn="auto">
              <a:lnSpc>
                <a:spcPct val="100000"/>
              </a:lnSpc>
              <a:buNone/>
            </a:pPr>
            <a:r>
              <a:rPr lang="en-US" sz="4990" kern="0" spc="-199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Housing Data API for UK Rental and Sales Analysis</a:t>
            </a:r>
            <a:endParaRPr lang="en-US" sz="499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190500" y="4781550"/>
            <a:ext cx="146367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4" name="Text 2"/>
          <p:cNvSpPr/>
          <p:nvPr/>
        </p:nvSpPr>
        <p:spPr>
          <a:xfrm>
            <a:off x="7831455" y="4886325"/>
            <a:ext cx="112204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5" name="Text 3"/>
          <p:cNvSpPr/>
          <p:nvPr/>
        </p:nvSpPr>
        <p:spPr>
          <a:xfrm>
            <a:off x="190500" y="142875"/>
            <a:ext cx="61042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6" name="Shape 4"/>
          <p:cNvSpPr/>
          <p:nvPr/>
        </p:nvSpPr>
        <p:spPr>
          <a:xfrm rot="5400000">
            <a:off x="6138863" y="1423988"/>
            <a:ext cx="2295525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10800000">
            <a:off x="5991225" y="1414463"/>
            <a:ext cx="2595563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89380">
            <a:off x="6060062" y="1421191"/>
            <a:ext cx="2450141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310621">
            <a:off x="6060062" y="1421191"/>
            <a:ext cx="2450141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975" y="-6886575"/>
            <a:ext cx="0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5760" y="3001645"/>
            <a:ext cx="5685155" cy="8191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algn="l" fontAlgn="auto">
              <a:lnSpc>
                <a:spcPct val="150000"/>
              </a:lnSpc>
              <a:buNone/>
            </a:pPr>
            <a:r>
              <a:rPr lang="en-US" altLang="zh-CN" sz="1570" b="1" dirty="0">
                <a:latin typeface="微软雅黑" panose="020B0503020204020204" charset="-122"/>
                <a:ea typeface="微软雅黑" panose="020B0503020204020204" charset="-122"/>
              </a:rPr>
              <a:t>A RESTful API for UK housing data with lookup, analytics, authentication, and testing support</a:t>
            </a:r>
            <a:endParaRPr lang="en-US" altLang="zh-CN" sz="157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00175" y="1738313"/>
            <a:ext cx="2038350" cy="220503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UK housing data is spread across multiple sources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Raw datasets are not easy to query directly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Users need a clean API for lookup, filtering, and trend analysis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6200" y="685800"/>
            <a:ext cx="31003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Problem and Motivation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3" cy="565163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9" cy="53066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0500" y="4781550"/>
            <a:ext cx="102393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7" name="Text 3"/>
          <p:cNvSpPr/>
          <p:nvPr/>
        </p:nvSpPr>
        <p:spPr>
          <a:xfrm>
            <a:off x="8220075" y="4886325"/>
            <a:ext cx="73342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8" name="Text 4"/>
          <p:cNvSpPr/>
          <p:nvPr/>
        </p:nvSpPr>
        <p:spPr>
          <a:xfrm>
            <a:off x="190500" y="142875"/>
            <a:ext cx="887730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9" name="Text 5"/>
          <p:cNvSpPr/>
          <p:nvPr/>
        </p:nvSpPr>
        <p:spPr>
          <a:xfrm>
            <a:off x="5281613" y="1828800"/>
            <a:ext cx="2286000" cy="19288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Build a RESTful, data-driven API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Support both official data and user-managed records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Emphasise good API design, database integration, testing, and documentation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3" cy="565163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9" cy="5306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4791075"/>
            <a:ext cx="20726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5" name="Text 1"/>
          <p:cNvSpPr/>
          <p:nvPr/>
        </p:nvSpPr>
        <p:spPr>
          <a:xfrm>
            <a:off x="6860540" y="4886325"/>
            <a:ext cx="209296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6" name="Text 2"/>
          <p:cNvSpPr/>
          <p:nvPr/>
        </p:nvSpPr>
        <p:spPr>
          <a:xfrm>
            <a:off x="190500" y="142875"/>
            <a:ext cx="598424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38725" y="1281113"/>
            <a:ext cx="3319463" cy="24574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90500" y="552450"/>
            <a:ext cx="2747963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Data Sources and System Overview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 4"/>
          <p:cNvSpPr/>
          <p:nvPr/>
        </p:nvSpPr>
        <p:spPr>
          <a:xfrm>
            <a:off x="190500" y="1376363"/>
            <a:ext cx="4962525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data: areas, postcode mapping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Official datasets: rent statistics, sales transactions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 data: user-submitted rental/sales records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00063" y="3086100"/>
            <a:ext cx="3914775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Designed as a database-backed REST API with clear separation between data ingestion, service logic, and API routing.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1" cy="565163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7" cy="5306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4791075"/>
            <a:ext cx="19767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5" name="Text 1"/>
          <p:cNvSpPr/>
          <p:nvPr/>
        </p:nvSpPr>
        <p:spPr>
          <a:xfrm>
            <a:off x="7336155" y="4886325"/>
            <a:ext cx="161734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6" name="Text 2"/>
          <p:cNvSpPr/>
          <p:nvPr/>
        </p:nvSpPr>
        <p:spPr>
          <a:xfrm>
            <a:off x="190500" y="142875"/>
            <a:ext cx="631888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2438" y="1209675"/>
            <a:ext cx="4210050" cy="349091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81000" y="600075"/>
            <a:ext cx="455168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</a:t>
            </a: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atabase And Architecture Design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24450" y="809625"/>
            <a:ext cx="3231859" cy="4076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150" y="6381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API Design Highlights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95580" y="4791075"/>
            <a:ext cx="27768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231380" y="4886325"/>
            <a:ext cx="1722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722566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/>
        </p:nvSpPr>
        <p:spPr>
          <a:xfrm>
            <a:off x="190500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176588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57913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5825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Geography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867150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Official Statistics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848475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 Records &amp; Auth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90500" y="1985963"/>
            <a:ext cx="2781300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/AREAS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/AREAS/{AREA_CODE}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/POSTCODE_MAP/{POSTCODE}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90500" y="2814638"/>
            <a:ext cx="3057525" cy="15621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204788" y="4386263"/>
            <a:ext cx="2905125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lookup for areas and postcode mapping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286500" y="1985963"/>
            <a:ext cx="2667000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POST /register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POST /login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Protected CRUD for user records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243638" y="4467225"/>
            <a:ext cx="2919413" cy="95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715"/>
              </a:lnSpc>
              <a:buNone/>
            </a:pPr>
            <a:r>
              <a:rPr lang="en-US" sz="855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Authenticated operations for user-managed data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557963" y="2909888"/>
            <a:ext cx="2124075" cy="1366838"/>
          </a:xfrm>
          <a:prstGeom prst="rect">
            <a:avLst/>
          </a:prstGeom>
        </p:spPr>
      </p:pic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052763" y="2814638"/>
            <a:ext cx="3190875" cy="158591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086100" y="1985963"/>
            <a:ext cx="3214688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Rent statistics by area and period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Sales transaction queries and summaries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Read-oriented access to official datasets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3057525" y="4629150"/>
            <a:ext cx="3943350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/rent_stats_official/areas/{area_code}/rent-trend.png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5738" y="4857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Testing, Deployment, and Deliverables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>
            <p:custDataLst>
              <p:tags r:id="rId1"/>
            </p:custDataLst>
          </p:nvPr>
        </p:nvSpPr>
        <p:spPr>
          <a:xfrm>
            <a:off x="171450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3157538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6138863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6677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Testing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3848100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Deployment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Deliverables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85725" y="1614488"/>
            <a:ext cx="2667000" cy="1104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Endpoint tests with pytest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Validation of success and error cases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Coverage of query parameters and edge cases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Verified expected status codes and responses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 13"/>
          <p:cNvSpPr/>
          <p:nvPr>
            <p:custDataLst>
              <p:tags r:id="rId8"/>
            </p:custDataLst>
          </p:nvPr>
        </p:nvSpPr>
        <p:spPr>
          <a:xfrm>
            <a:off x="6138863" y="1614488"/>
            <a:ext cx="2667000" cy="13763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Public GitHub repository with commit history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API documentation and technical report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Source code, database setup, and evidence of development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Presentation and submission-ready materials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3157538" y="1614488"/>
            <a:ext cx="2662238" cy="1104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Deployed as a runnable web service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Interactive API documentation available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Submission version aligned with hosted demo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CI/CD used for deployment validation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71450" y="2886075"/>
            <a:ext cx="2085975" cy="1185863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rcRect/>
          <a:stretch>
            <a:fillRect/>
          </a:stretch>
        </p:blipFill>
        <p:spPr>
          <a:xfrm>
            <a:off x="3305175" y="2866708"/>
            <a:ext cx="2366963" cy="514350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3243263" y="3529013"/>
            <a:ext cx="2547938" cy="885825"/>
          </a:xfrm>
          <a:prstGeom prst="rect">
            <a:avLst/>
          </a:prstGeom>
        </p:spPr>
      </p:pic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6138863" y="2990850"/>
            <a:ext cx="1162050" cy="1133475"/>
          </a:xfrm>
          <a:prstGeom prst="rect">
            <a:avLst/>
          </a:prstGeom>
        </p:spPr>
      </p:pic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7472363" y="2990850"/>
            <a:ext cx="1085850" cy="15287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5738" y="485775"/>
            <a:ext cx="516255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Reflection, GenAI Usage, and Future Work</a:t>
            </a:r>
            <a:endParaRPr lang="en-US" sz="1780" dirty="0"/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3520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652385" y="4910455"/>
            <a:ext cx="13011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523875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>
            <p:custDataLst>
              <p:tags r:id="rId1"/>
            </p:custDataLst>
          </p:nvPr>
        </p:nvSpPr>
        <p:spPr>
          <a:xfrm>
            <a:off x="171450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3157538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6138863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6677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 Reflection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3848100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GenAI Usage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Future Work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85725" y="1614488"/>
            <a:ext cx="3071813" cy="16525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Learned practical REST API design and data modelling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Improved testing, debugging, and project structuring skills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Better understood how to turn raw datasets into usable services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 13"/>
          <p:cNvSpPr/>
          <p:nvPr>
            <p:custDataLst>
              <p:tags r:id="rId8"/>
            </p:custDataLst>
          </p:nvPr>
        </p:nvSpPr>
        <p:spPr>
          <a:xfrm>
            <a:off x="6138863" y="1614488"/>
            <a:ext cx="2814638" cy="16525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Add richer analytics and comparison endpoints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Introduce role-based authorization and stronger security controls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Move to cloud database and more production-ready deployment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Build a frontend dashboard for data exploration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3157538" y="1614488"/>
            <a:ext cx="2628900" cy="16525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Used GenAI for planning, debugging, and refining design ideas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Outputs were reviewed, adapted, and validated before use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Usage was documented in the report with supporting evidence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28588" y="3300413"/>
            <a:ext cx="2681288" cy="63817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3343275" y="3267075"/>
            <a:ext cx="2085975" cy="126682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6429375" y="3381375"/>
            <a:ext cx="2138363" cy="4714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6055" y="4805680"/>
            <a:ext cx="23520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652385" y="4910455"/>
            <a:ext cx="13011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548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13" name="Text 11"/>
          <p:cNvSpPr/>
          <p:nvPr>
            <p:custDataLst>
              <p:tags r:id="rId1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283460" y="2279650"/>
            <a:ext cx="45770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That is the end. Thank you</a:t>
            </a:r>
            <a:endParaRPr lang="en-US" altLang="zh-CN" sz="32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3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4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5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6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7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8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9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10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11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12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13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14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15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16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17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18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19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ags/tag20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3210</Words>
  <Application>WPS 演示</Application>
  <PresentationFormat>On-screen Show (16:9)</PresentationFormat>
  <Paragraphs>162</Paragraphs>
  <Slides>8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25" baseType="lpstr">
      <vt:lpstr>Arial</vt:lpstr>
      <vt:lpstr>宋体</vt:lpstr>
      <vt:lpstr>Wingdings</vt:lpstr>
      <vt:lpstr>Work Sans</vt:lpstr>
      <vt:lpstr>Segoe Print</vt:lpstr>
      <vt:lpstr>Work Sans</vt:lpstr>
      <vt:lpstr>Work Sans</vt:lpstr>
      <vt:lpstr>Cutive Mono</vt:lpstr>
      <vt:lpstr>Cutive Mono</vt:lpstr>
      <vt:lpstr>Cutive Mono</vt:lpstr>
      <vt:lpstr>Calibri</vt:lpstr>
      <vt:lpstr>微软雅黑</vt:lpstr>
      <vt:lpstr>Arial Unicode MS</vt:lpstr>
      <vt:lpstr>等线</vt:lpstr>
      <vt:lpstr>MingLiU-ExtB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昆</cp:lastModifiedBy>
  <cp:revision>4</cp:revision>
  <dcterms:created xsi:type="dcterms:W3CDTF">2026-03-12T23:27:00Z</dcterms:created>
  <dcterms:modified xsi:type="dcterms:W3CDTF">2026-03-12T23:47:16Z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9B3A92CBE3F64EC4BC1C9B3D67DF5F58_12</vt:lpwstr>
  </property>
</Properties>
</file>